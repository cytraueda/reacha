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033418" y="171907"/>
            <a:ext cx="4391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P2 アイリスにおけるAI戦略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70102" y="724205"/>
            <a:ext cx="9658807" cy="875995"/>
          </a:xfrm>
          <a:prstGeom prst="roundRect">
            <a:avLst>
              <a:gd name="adj" fmla="val 9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85239" y="838505"/>
            <a:ext cx="9001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AIを戦略的に活用することで、「圧倒的なスピード」と「完璧な品質」を両立し、 従来のトレードオフを超えた競争優位を実現する。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4495" y="1790395"/>
            <a:ext cx="11582705" cy="1047902"/>
          </a:xfrm>
          <a:prstGeom prst="roundRect">
            <a:avLst>
              <a:gd name="adj" fmla="val 9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4554" y="1800454"/>
            <a:ext cx="462960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35017" y="1800454"/>
            <a:ext cx="9144" cy="1028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4554" y="1800454"/>
            <a:ext cx="57607" cy="10287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9" y="167426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VISION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4749" y="1845259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世界最速の課題解決企業へ。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4749" y="2217420"/>
            <a:ext cx="21003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〜 Global Local Problem Solver 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749" y="2512771"/>
            <a:ext cx="42437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世界中の「生活の不満」をAIで誰よりも早く見つけ、 日本の品質を世界最速でカタチにして届ける。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9589" y="1800454"/>
            <a:ext cx="6943954" cy="10287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129784" y="1659636"/>
            <a:ext cx="247802" cy="2862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91886" y="1602943"/>
            <a:ext cx="4048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「速いだけではない。AIが品質を保証する。」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91886" y="1945843"/>
            <a:ext cx="62627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世界には「速いが品質が低い」企業と、「品質は良いが遅い」企業しかいません。 我々は、「圧倒的なスピード」と「完璧な品質」を両立させます。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82489" y="2560320"/>
            <a:ext cx="6258154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640934" y="2655418"/>
            <a:ext cx="5672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それを実現するのが、「AIによる業務の自動化と、自律的な改善」です。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0449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455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31455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66344" y="3228746"/>
            <a:ext cx="133502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35024" y="3161995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 toC（生活者）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502359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潜在不満の"超"速解決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455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7375" y="3853282"/>
            <a:ext cx="35012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「POSに出る前の声を拾い、3ヶ月で棚を変える」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6344" y="4448556"/>
            <a:ext cx="3409798" cy="933602"/>
          </a:xfrm>
          <a:prstGeom prst="roundRect">
            <a:avLst>
              <a:gd name="adj" fmla="val 79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0702" y="4610405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6598" y="461954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90702" y="4828946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AIによるグローバル・センシング （SNS・レビュー解析）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66344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0702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66598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90702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競合が見落とすニッチな不満を発見し、解決策を提示する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229100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23824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23824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390949" y="3228746"/>
            <a:ext cx="171907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085893" y="3161995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For toB（法人・小売）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5426964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売り場の"最適解"提案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23824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4816145" y="3853282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「AIの根拠で、棚ごと提案する」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4390949" y="4212641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515307" y="4374490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4591202" y="4383634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4515307" y="4593946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トレンド分析×自社販売データを根拠にしたクロスマーチャンダイジング提案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390949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515307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591202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4515307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小売店に「売れる売り場」を提供し、棚の支配力を高める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815370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8162849" y="3066898"/>
            <a:ext cx="3715207" cy="3552444"/>
          </a:xfrm>
          <a:prstGeom prst="roundRect">
            <a:avLst>
              <a:gd name="adj" fmla="val 828"/>
            </a:avLst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62849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Shape 51"/>
          <p:cNvSpPr/>
          <p:nvPr/>
        </p:nvSpPr>
        <p:spPr>
          <a:xfrm>
            <a:off x="8162849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8315554" y="3228746"/>
            <a:ext cx="190195" cy="152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819388" y="3161995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 Internal（業務・開発）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9150401" y="339608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自動化と品質の"自律的"進化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8162849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648395" y="3853282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「テストし、改良し、業務を回す」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2522" y="4174236"/>
            <a:ext cx="1638605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326880" y="422178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業務自動化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935870" y="4200754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300" dirty="0"/>
          </a:p>
        </p:txBody>
      </p:sp>
      <p:sp>
        <p:nvSpPr>
          <p:cNvPr id="65" name="Text 59"/>
          <p:cNvSpPr txBox="1"/>
          <p:nvPr/>
        </p:nvSpPr>
        <p:spPr>
          <a:xfrm>
            <a:off x="10146182" y="422178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AI品質保証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8315554" y="4533595"/>
            <a:ext cx="3409798" cy="1057046"/>
          </a:xfrm>
          <a:prstGeom prst="roundRect">
            <a:avLst>
              <a:gd name="adj" fmla="val 623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419795" y="4677156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8496605" y="46863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8572500" y="4934102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•AIによる商品検証: 設計レビュー・欠陥指摘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8572500" y="5134356"/>
            <a:ext cx="2181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•SW開発の自動化: コード生成・デバッグ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8572500" y="5333695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•業務プロセスの自動化: 定型業務代行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8315554" y="5629046"/>
            <a:ext cx="3409798" cy="838505"/>
          </a:xfrm>
          <a:prstGeom prst="roundRect">
            <a:avLst>
              <a:gd name="adj" fmla="val 99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8419795" y="5772607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4" name="Text 68"/>
          <p:cNvSpPr txBox="1"/>
          <p:nvPr/>
        </p:nvSpPr>
        <p:spPr>
          <a:xfrm>
            <a:off x="8496605" y="578175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8572500" y="6029554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→手戻りの撲滅・工数削減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8572500" y="6210605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→日本品質の高速展開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2026-01-05T02:24:39Z</dcterms:created>
  <dcterms:modified xsi:type="dcterms:W3CDTF">2026-01-05T02:24:39Z</dcterms:modified>
</cp:coreProperties>
</file>